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9262-D83D-B75B-7AF2-84A27057C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3F82E-27DB-CB4C-738F-990F741EA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F9BF0-748D-A0CD-132A-B2AE2B42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483B1-225F-3FFB-46BA-7446939D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CB4E8-66A4-487F-0EF4-F14CF0C0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9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7588-FA56-BC2C-DC1C-EED56FC9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934B-E575-4F48-1931-2164C49E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11449-6EAC-2176-2581-77A2E093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D2EA2-8C8E-C84D-2851-4685BA54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AD2DB-578A-405D-D07A-22329292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25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8663-CEDD-783C-ACEE-37991EDD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220C3-8363-7F67-DFF3-031889DA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8E2B-630D-4010-BDF8-838A2231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2BEB8-1888-D0E4-76BB-9D967AD4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1C77D-CAEC-B6A9-1F46-C4D1F3F0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2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9C4E-0E1B-C9F6-1BB2-E261AC599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DE36-2421-E654-2077-239E96244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A9BE9-945C-31E1-3FAF-855C570AE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52DE0-52F7-DA66-495B-2478C21A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851F1-DB1F-EE5B-01DA-BA3690EB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FE5F0-1B5E-2C7F-9329-2964FC4D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4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97D85-23C8-6C87-87F8-61CBF3C1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42808-8F7E-91F7-5F27-32C381460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1A509-21C2-C2C0-0735-23BBFA1AD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943F4-8FF6-2FE7-9CE0-C034D186D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855418-8A0B-734E-8F4E-C6B559C12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4998A-0F50-D827-D80C-7552B70E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CD4B4-AA90-F3FF-4541-4B8AA6B3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83E77-747F-B1E3-C030-65E23FEE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31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85193-70CF-7D3D-915B-F26E036C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D301D-34E7-79BE-06A4-B8926AC1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1AE27-30C2-FBC8-9D8F-A84C21D4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58722-E189-DCD8-3E9F-90494740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6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BE11C-8E38-DA78-C94E-7EE6C72F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9B519-5929-2244-8FA1-5BC9E94F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22304-76B8-D19B-F1DA-9AFDE168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62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B8B5-EDEF-840B-679C-B3F66FCC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B02C3-5E45-2B5E-0588-6005BF195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68389-1149-7BF0-9F85-E42716445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D47AF-FAE0-4AD4-D1A9-CB67E184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9D59F-CD58-54CF-7F51-0F6DE477C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0D634-5AB6-3AEF-8B10-7C817061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5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227E-C31C-0C67-039B-05F62A15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0AD56-3A6B-DCD1-6708-5347B43E3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1C909-AD42-B531-4B18-5B907BF0C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63B44-19B2-ECDE-2D7D-65DCDBAF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65DFA-F412-6065-1005-B392C45A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0F24C-076C-9FAC-70A1-E979843D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28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FCCA-5839-BD63-D5AF-BE993906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23079-7F95-FCB9-B9F9-20F3125D5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440E4-D05D-2F25-2A04-88786DB3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FB886-34F5-C3BF-72B3-3559FEDE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90E29-23D9-32B9-A47C-6886BB22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2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1D1E3-1FFD-BD58-2D5E-640E8A709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05CD7-E00C-8C0B-AEEA-9734BA068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CC941-D41C-EC26-1B3F-6754653E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5B2D-EC86-2FE6-E5ED-4E6263CE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0C91-7BB3-C6FC-1899-F4A62310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36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37B53-B3DB-087D-CB34-E219D9C8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38ACE-FB98-C73F-E05A-1B3F9E8C4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4F7B-82F0-ABF2-4782-7E2CC90E4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DD52E-DF66-454C-936B-B279810362AA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90D41-A13D-9F1F-BD28-C89F8853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D47B9-71E1-75D2-109C-FB48E99C4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CC44A-91DC-44B7-B0FF-CCC2BB46D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83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Wafers Process">
            <a:extLst>
              <a:ext uri="{FF2B5EF4-FFF2-40B4-BE49-F238E27FC236}">
                <a16:creationId xmlns:a16="http://schemas.microsoft.com/office/drawing/2014/main" id="{BE2C6DC5-93E0-AA49-59C5-4D7802628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3" y="0"/>
            <a:ext cx="62007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898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9F42-E8E2-935E-1758-5733BAC7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BM3e Advancing High Bandwidth Memory for AI &amp; HPC">
            <a:extLst>
              <a:ext uri="{FF2B5EF4-FFF2-40B4-BE49-F238E27FC236}">
                <a16:creationId xmlns:a16="http://schemas.microsoft.com/office/drawing/2014/main" id="{9D8C2676-D214-4204-41E6-181BC596E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45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D76C-22B1-13AA-900C-DB42EF91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E9B603-CA8B-DCF6-BE09-32735BF72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57175"/>
            <a:ext cx="95250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8709-2F60-AF71-DEDF-208A7E45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igh Bandwidth Memory (HBM)">
            <a:extLst>
              <a:ext uri="{FF2B5EF4-FFF2-40B4-BE49-F238E27FC236}">
                <a16:creationId xmlns:a16="http://schemas.microsoft.com/office/drawing/2014/main" id="{52820C2A-9830-363D-8600-525CF2328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6425"/>
            <a:ext cx="12192000" cy="5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74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6216-13D0-8C07-7BE2-0EC3C3893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emiconductor wafer fabrication">
            <a:extLst>
              <a:ext uri="{FF2B5EF4-FFF2-40B4-BE49-F238E27FC236}">
                <a16:creationId xmlns:a16="http://schemas.microsoft.com/office/drawing/2014/main" id="{9F5E7A9C-AC01-6757-584B-BF42EDABC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1309688"/>
            <a:ext cx="523875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90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6FD3-D7DA-ED48-06E4-D0D73BC8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ilicon Wafers Process 1. Semiconductor Manufacturing Process">
            <a:extLst>
              <a:ext uri="{FF2B5EF4-FFF2-40B4-BE49-F238E27FC236}">
                <a16:creationId xmlns:a16="http://schemas.microsoft.com/office/drawing/2014/main" id="{DC1A2A1C-11BA-7FE9-2DA6-BB59F223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8" y="1924050"/>
            <a:ext cx="701992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28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A387-1F25-B529-960D-545BB6E0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38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Atmakuri</dc:creator>
  <cp:lastModifiedBy>Satish Atmakuri</cp:lastModifiedBy>
  <cp:revision>1</cp:revision>
  <dcterms:created xsi:type="dcterms:W3CDTF">2026-04-23T03:51:32Z</dcterms:created>
  <dcterms:modified xsi:type="dcterms:W3CDTF">2026-04-23T03:52:11Z</dcterms:modified>
</cp:coreProperties>
</file>